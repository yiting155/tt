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701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12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70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18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98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51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44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91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7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60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945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675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853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316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715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066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18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BA8D7-BBFA-4CD9-9563-90234C087998}" type="datetimeFigureOut">
              <a:rPr lang="zh-TW" altLang="en-US" smtClean="0"/>
              <a:t>2025/1/17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3267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DDF719-A155-7690-9C39-63D4F8DD9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0E755-A672-EBAF-82E3-412165803D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</p:txBody>
      </p:sp>
    </p:spTree>
    <p:extLst>
      <p:ext uri="{BB962C8B-B14F-4D97-AF65-F5344CB8AC3E}">
        <p14:creationId xmlns:p14="http://schemas.microsoft.com/office/powerpoint/2010/main" val="159640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D45A7C-FDA0-9AB8-5C03-8CE9DEA6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inner class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D49AC2-6043-0C3E-1D0A-B90677010B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不是繼承</a:t>
            </a:r>
          </a:p>
          <a:p>
            <a:r>
              <a:rPr lang="en-US" altLang="zh-TW" dirty="0"/>
              <a:t>Outer class</a:t>
            </a:r>
            <a:r>
              <a:rPr lang="zh-TW" altLang="en-US" dirty="0"/>
              <a:t>外部類別</a:t>
            </a:r>
          </a:p>
          <a:p>
            <a:endParaRPr lang="zh-TW" altLang="en-US" dirty="0"/>
          </a:p>
        </p:txBody>
      </p:sp>
      <p:pic>
        <p:nvPicPr>
          <p:cNvPr id="10" name="內容版面配置區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0FB7B2CC-9538-8F3F-26F6-54335C036E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0" y="3573879"/>
            <a:ext cx="4101761" cy="2865017"/>
          </a:xfrm>
        </p:spPr>
      </p:pic>
      <p:pic>
        <p:nvPicPr>
          <p:cNvPr id="12" name="圖片 11" descr="一張含有 文字, 螢幕擷取畫面, 圖表, Rectangle 的圖片&#10;&#10;自動產生的描述">
            <a:extLst>
              <a:ext uri="{FF2B5EF4-FFF2-40B4-BE49-F238E27FC236}">
                <a16:creationId xmlns:a16="http://schemas.microsoft.com/office/drawing/2014/main" id="{05D4D64F-1FC1-FD46-A65C-49A331FD7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080" y="2206244"/>
            <a:ext cx="55626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0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64D27-7F70-D94B-5821-53F4E5B8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物件類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3A8532-DB30-2869-2002-B0605476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須先新增外部物件</a:t>
            </a:r>
            <a:r>
              <a:rPr lang="en-US" altLang="zh-TW" dirty="0"/>
              <a:t>,</a:t>
            </a:r>
            <a:r>
              <a:rPr lang="zh-TW" altLang="en-US" dirty="0"/>
              <a:t>在透過此外部類別物件來新增內部類別物件</a:t>
            </a:r>
            <a:r>
              <a:rPr lang="en-US" altLang="zh-TW" dirty="0"/>
              <a:t>,</a:t>
            </a:r>
            <a:r>
              <a:rPr lang="zh-TW" altLang="en-US" dirty="0"/>
              <a:t>最後產生的內部類別物件在存取內部類別的屬性</a:t>
            </a:r>
          </a:p>
          <a:p>
            <a:r>
              <a:rPr lang="zh-TW" altLang="en-US" dirty="0"/>
              <a:t>先”</a:t>
            </a:r>
            <a:r>
              <a:rPr lang="en-US" altLang="zh-TW" dirty="0"/>
              <a:t>new”</a:t>
            </a:r>
            <a:r>
              <a:rPr lang="zh-TW" altLang="en-US" dirty="0"/>
              <a:t>外部類別物件</a:t>
            </a:r>
            <a:r>
              <a:rPr lang="en-US" altLang="zh-TW" dirty="0"/>
              <a:t>,</a:t>
            </a:r>
            <a:r>
              <a:rPr lang="zh-TW" altLang="en-US" dirty="0"/>
              <a:t>在”</a:t>
            </a:r>
            <a:r>
              <a:rPr lang="en-US" altLang="zh-TW" dirty="0"/>
              <a:t>new”</a:t>
            </a:r>
            <a:r>
              <a:rPr lang="zh-TW" altLang="en-US" dirty="0"/>
              <a:t>內部類別物件</a:t>
            </a:r>
          </a:p>
        </p:txBody>
      </p:sp>
    </p:spTree>
    <p:extLst>
      <p:ext uri="{BB962C8B-B14F-4D97-AF65-F5344CB8AC3E}">
        <p14:creationId xmlns:p14="http://schemas.microsoft.com/office/powerpoint/2010/main" val="355231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35B47-738B-4AE5-B322-3C37F082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類別類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ADA8E1-9D8E-8D87-9175-5A7482314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Static</a:t>
            </a:r>
          </a:p>
          <a:p>
            <a:r>
              <a:rPr lang="zh-TW" altLang="en-US" dirty="0"/>
              <a:t>不用”</a:t>
            </a:r>
            <a:r>
              <a:rPr lang="en-US" altLang="zh-TW" dirty="0"/>
              <a:t>new</a:t>
            </a:r>
            <a:r>
              <a:rPr lang="zh-TW" altLang="en-US" dirty="0"/>
              <a:t>外部類別物件</a:t>
            </a:r>
          </a:p>
          <a:p>
            <a:r>
              <a:rPr lang="zh-TW" altLang="en-US" dirty="0"/>
              <a:t>內部類別物件是否要”</a:t>
            </a:r>
            <a:r>
              <a:rPr lang="en-US" altLang="zh-TW" dirty="0"/>
              <a:t>new”,</a:t>
            </a:r>
            <a:r>
              <a:rPr lang="zh-TW" altLang="en-US" dirty="0"/>
              <a:t>要以存取的內容來決定</a:t>
            </a:r>
            <a:r>
              <a:rPr lang="en-US" altLang="zh-TW" dirty="0"/>
              <a:t>,static</a:t>
            </a:r>
            <a:r>
              <a:rPr lang="zh-TW" altLang="en-US" dirty="0"/>
              <a:t>不用”</a:t>
            </a:r>
            <a:r>
              <a:rPr lang="en-US" altLang="zh-TW" dirty="0"/>
              <a:t>new”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130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A3D33-9B51-C4AC-DAE7-4D4171AA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enum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49832D-041D-4D6C-ADDF-9C11D0110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只能存放值</a:t>
            </a:r>
          </a:p>
          <a:p>
            <a:r>
              <a:rPr lang="zh-TW" altLang="en-US" dirty="0"/>
              <a:t>本身與內容皆具有</a:t>
            </a:r>
          </a:p>
          <a:p>
            <a:pPr lvl="1"/>
            <a:r>
              <a:rPr lang="en-US" altLang="zh-TW" dirty="0"/>
              <a:t>Public static final </a:t>
            </a:r>
          </a:p>
          <a:p>
            <a:r>
              <a:rPr lang="zh-TW" altLang="en-US" dirty="0"/>
              <a:t>可稱作沒有名字的陣列</a:t>
            </a:r>
          </a:p>
          <a:p>
            <a:pPr lvl="1"/>
            <a:r>
              <a:rPr lang="en-US" altLang="zh-TW" dirty="0"/>
              <a:t>Values()-&gt;</a:t>
            </a:r>
            <a:r>
              <a:rPr lang="zh-TW" altLang="en-US" dirty="0"/>
              <a:t>轉陣列</a:t>
            </a:r>
          </a:p>
          <a:p>
            <a:r>
              <a:rPr lang="zh-TW" altLang="en-US" dirty="0"/>
              <a:t>可搭配建構式須設定</a:t>
            </a:r>
            <a:r>
              <a:rPr lang="en-US" altLang="zh-TW" dirty="0"/>
              <a:t>private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391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FD0B2-5806-90D0-D59F-69F816E5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匿名類別</a:t>
            </a:r>
            <a:r>
              <a:rPr lang="en-US" altLang="zh-TW" dirty="0"/>
              <a:t>-&gt;override</a:t>
            </a:r>
            <a:r>
              <a:rPr lang="zh-TW" altLang="en-US" dirty="0"/>
              <a:t>的活用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2C6EC8-B040-CCEC-DB63-39B6D82973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沒有名子的子類別</a:t>
            </a:r>
          </a:p>
          <a:p>
            <a:r>
              <a:rPr lang="zh-TW" altLang="en-US" dirty="0"/>
              <a:t>主要與</a:t>
            </a:r>
            <a:r>
              <a:rPr lang="en-US" altLang="zh-TW" dirty="0"/>
              <a:t>interface</a:t>
            </a:r>
            <a:r>
              <a:rPr lang="zh-TW" altLang="en-US" dirty="0"/>
              <a:t>搭配</a:t>
            </a:r>
          </a:p>
          <a:p>
            <a:r>
              <a:rPr lang="zh-TW" altLang="en-US" dirty="0"/>
              <a:t>實際可與所有</a:t>
            </a:r>
            <a:r>
              <a:rPr lang="en-US" altLang="zh-TW" dirty="0"/>
              <a:t>class</a:t>
            </a:r>
            <a:r>
              <a:rPr lang="zh-TW" altLang="en-US" dirty="0"/>
              <a:t>搭配</a:t>
            </a:r>
          </a:p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介面 物件名</a:t>
            </a:r>
            <a:r>
              <a:rPr lang="en-US" altLang="zh-TW" dirty="0"/>
              <a:t>=new </a:t>
            </a:r>
            <a:r>
              <a:rPr lang="zh-TW" altLang="en-US" dirty="0"/>
              <a:t>介面</a:t>
            </a:r>
            <a:r>
              <a:rPr lang="en-US" altLang="zh-TW" dirty="0"/>
              <a:t>(){…..};</a:t>
            </a:r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DEC582-344C-2FA7-E15A-D40BD3CC77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/>
              <a:t>Lambda</a:t>
            </a:r>
            <a:r>
              <a:rPr lang="zh-TW" altLang="en-US" dirty="0"/>
              <a:t>語法</a:t>
            </a:r>
            <a:r>
              <a:rPr lang="en-US" altLang="zh-TW" dirty="0"/>
              <a:t>-&gt;</a:t>
            </a:r>
            <a:r>
              <a:rPr lang="zh-TW" altLang="en-US" dirty="0"/>
              <a:t>匿名類別的簡易寫法</a:t>
            </a:r>
            <a:endParaRPr lang="en-US" altLang="zh-TW" dirty="0"/>
          </a:p>
          <a:p>
            <a:r>
              <a:rPr lang="zh-TW" altLang="en-US" dirty="0"/>
              <a:t>條件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介面</a:t>
            </a:r>
            <a:endParaRPr lang="en-US" altLang="zh-TW" dirty="0"/>
          </a:p>
          <a:p>
            <a:pPr lvl="1"/>
            <a:r>
              <a:rPr lang="zh-TW" altLang="en-US" dirty="0"/>
              <a:t>只能有一個抽象方法</a:t>
            </a:r>
            <a:endParaRPr lang="en-US" altLang="zh-TW" dirty="0"/>
          </a:p>
          <a:p>
            <a:r>
              <a:rPr lang="zh-TW" altLang="en-US" dirty="0"/>
              <a:t>種類</a:t>
            </a:r>
            <a:endParaRPr lang="en-US" altLang="zh-TW" dirty="0"/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簡易方法類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::</a:t>
            </a:r>
            <a:r>
              <a:rPr lang="zh-TW" altLang="en-US" dirty="0">
                <a:sym typeface="Wingdings" panose="05000000000000000000" pitchFamily="2" charset="2"/>
              </a:rPr>
              <a:t>多種方法類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8453440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47</TotalTime>
  <Words>182</Words>
  <Application>Microsoft Office PowerPoint</Application>
  <PresentationFormat>寬螢幕</PresentationFormat>
  <Paragraphs>32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</vt:lpstr>
      <vt:lpstr>柏林</vt:lpstr>
      <vt:lpstr>Java SE Developer 1z0-819</vt:lpstr>
      <vt:lpstr>inner class</vt:lpstr>
      <vt:lpstr>物件類</vt:lpstr>
      <vt:lpstr>類別類</vt:lpstr>
      <vt:lpstr>enum</vt:lpstr>
      <vt:lpstr>匿名類別-&gt;override的活用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chan</dc:creator>
  <cp:lastModifiedBy>allen chan</cp:lastModifiedBy>
  <cp:revision>5</cp:revision>
  <dcterms:created xsi:type="dcterms:W3CDTF">2025-01-16T16:16:50Z</dcterms:created>
  <dcterms:modified xsi:type="dcterms:W3CDTF">2025-01-16T17:04:32Z</dcterms:modified>
</cp:coreProperties>
</file>